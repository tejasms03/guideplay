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CANE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Approach to White Cane Navigation Training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3566160"/>
            <a:ext cx="21945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Senior Project  |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12D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E12D3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Feedback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give verbal corrections after the fact. Students can’t tell in the moment if technique is correct.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quantitative tracking. Sessions rely on subjective observation with no data to compare across days.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1097280"/>
          </a:xfrm>
          <a:prstGeom prst="rect">
            <a:avLst/>
          </a:prstGeom>
          <a:solidFill>
            <a:srgbClr val="6E52C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Repetitive &amp; Unengaging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8529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drills are monotonous. No sense of achievement, progression, or reward for improving.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468880"/>
            <a:ext cx="54864" cy="1097280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8529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dedicated 1-on-1 time with a certified specialist. Sessions are expensive and hard to schedule.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cane training measurable, engaging, and self-guided?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sensor-equipped cane that gives real-time haptic and audio feedback, turning cane training into a skill-progression game.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2024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Cane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+ Ultrasonic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motors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marker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1920240" cy="16459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Propeller P2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8-cog 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+ audio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920240" cy="1645920"/>
          </a:xfrm>
          <a:prstGeom prst="rect">
            <a:avLst/>
          </a:prstGeom>
          <a:solidFill>
            <a:srgbClr val="6E52C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to P2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645920"/>
            <a:ext cx="1920240" cy="164592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 Display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 overlay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observers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post-run debrief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743200" cy="59436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Camera — tracks player via color marker on cane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The player is blindfolded. ALL feedback is haptic (vibration) and audio (earpiece).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TV display is for instructors and observers only.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45920" cy="822960"/>
          </a:xfrm>
          <a:prstGeom prst="rect">
            <a:avLst/>
          </a:prstGeom>
          <a:solidFill>
            <a:srgbClr val="27AB8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645920" cy="822960"/>
          </a:xfrm>
          <a:prstGeom prst="rect">
            <a:avLst/>
          </a:prstGeom>
          <a:solidFill>
            <a:srgbClr val="27AB8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/ Accelerometer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383280"/>
            <a:ext cx="1645920" cy="82296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Motors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37360"/>
            <a:ext cx="1737360" cy="164592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73736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P2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463040"/>
            <a:ext cx="2011680" cy="2194560"/>
          </a:xfrm>
          <a:prstGeom prst="rect">
            <a:avLst/>
          </a:prstGeom>
          <a:solidFill>
            <a:srgbClr val="6E52C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6304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1463040"/>
            <a:ext cx="1371600" cy="9144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2651760"/>
            <a:ext cx="1371600" cy="914400"/>
          </a:xfrm>
          <a:prstGeom prst="rect">
            <a:avLst/>
          </a:prstGeom>
          <a:solidFill>
            <a:srgbClr val="334E6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2651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Track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USB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645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49440" y="2834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Smart Cane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68580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HC-SR04 Ultrasonic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3–4 inches from tip, 90° to shaft. Detects obstacles 0.2–1.5m ahead.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54864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MPU-6050 IMU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handle, near grip. Measures sweep arc width, tempo, and rhythm.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ERM Vibration Motors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coin motors in grip area. Distinct pulse patterns for each feedback type.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74720"/>
            <a:ext cx="54864" cy="685800"/>
          </a:xfrm>
          <a:prstGeom prst="rect">
            <a:avLst/>
          </a:prstGeom>
          <a:solidFill>
            <a:srgbClr val="6E52C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Marker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tape on cane tracked by ceiling camera via OpenCV HSV thresholding.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931920" cy="192024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Propeller P2 — 8 Cog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0: Ultrasonic ping loop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1: IMU reader + technique grader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2: Force sensor + tap detector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3: Position stream from laptop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4: Game state machine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5: Audio engine (I2S/PWM)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6: Haptic pattern sequencer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7: Serial link to laptop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3931920" cy="109728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Parallel Processing?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has strict timing. Ultrasonic needs µs precision. Audio glitches if interrupted. Haptics must run independently. Sequential processing = unacceptable latency.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E52C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0120" y="1051560"/>
            <a:ext cx="548640" cy="548640"/>
          </a:xfrm>
          <a:prstGeom prst="ellipse">
            <a:avLst/>
          </a:prstGeom>
          <a:solidFill>
            <a:srgbClr val="6E52C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marker to sample HSV color. Adjust tolerance.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051560"/>
            <a:ext cx="548640" cy="548640"/>
          </a:xfrm>
          <a:prstGeom prst="ellipse">
            <a:avLst/>
          </a:prstGeom>
          <a:solidFill>
            <a:srgbClr val="6E52CE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HSV. inRange mask. Erode + dilate.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051560"/>
            <a:ext cx="548640" cy="548640"/>
          </a:xfrm>
          <a:prstGeom prst="ellipse">
            <a:avLst/>
          </a:prstGeom>
          <a:solidFill>
            <a:srgbClr val="6E52CE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largest contour. Compute centroid via moments.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051560"/>
            <a:ext cx="548640" cy="548640"/>
          </a:xfrm>
          <a:prstGeom prst="ellipse">
            <a:avLst/>
          </a:prstGeom>
          <a:solidFill>
            <a:srgbClr val="6E52C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(x,y) to game engine. ~30 FPS update rate.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17520"/>
            <a:ext cx="54864" cy="1280160"/>
          </a:xfrm>
          <a:prstGeom prst="rect">
            <a:avLst/>
          </a:prstGeom>
          <a:solidFill>
            <a:srgbClr val="6E52C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Color Tracking Instead of ArUco?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markers need a minimum printed size to be reliably detected by a ceiling camera at room height. A small piece of colored tape has no size constraint — HSV thresholding detects it regardless of apparent size in frame. Calibration takes 2 clicks and adapts to any lighting condition.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Training Pillars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trains a distinct cane skill with 3 progressive difficulty levels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30175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Rhythm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 sweep technique.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width, tempo,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contact.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3017520"/>
          </a:xfrm>
          <a:prstGeom prst="rect">
            <a:avLst/>
          </a:prstGeom>
          <a:solidFill>
            <a:srgbClr val="27AB8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554480"/>
            <a:ext cx="640080" cy="64008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avoidance using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feedback.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6E52C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554480"/>
            <a:ext cx="640080" cy="64008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route, then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retrace from pure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memory.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20240" cy="301752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554480"/>
            <a:ext cx="640080" cy="64008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unknown space.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mental map.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object locations.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1 — Rhythm Refiner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grades every sweep cycle on three axes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 Width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 range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7772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sweeps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777240"/>
          </a:xfrm>
          <a:prstGeom prst="rect">
            <a:avLst/>
          </a:prstGeom>
          <a:solidFill>
            <a:srgbClr val="27AB8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Contact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touches floor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365760" cy="292608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axes within tolerance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35808"/>
            <a:ext cx="365760" cy="292608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358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 slightly 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365760" cy="2926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19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off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365760" cy="292608"/>
          </a:xfrm>
          <a:prstGeom prst="rect">
            <a:avLst/>
          </a:prstGeom>
          <a:solidFill>
            <a:srgbClr val="E12D3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03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3803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barely recognizable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651760"/>
            <a:ext cx="4114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651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 Line Drill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28346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A→B at 60 BPM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3154680"/>
            <a:ext cx="4114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1546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 Run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33375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60→75→90 BPM acceleration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657600"/>
            <a:ext cx="4114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657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657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 Gauntlet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3840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A-grade through obstacle course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2 — Hazard Course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drives haptic proximity ramp — closer = stronger vibration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188720" cy="777240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&gt;1.5m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1325880"/>
            <a:ext cx="1280160" cy="77724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3533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1.5–1.0m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325880"/>
            <a:ext cx="1371600" cy="77724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353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1.0–0.5m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325880"/>
            <a:ext cx="1463040" cy="7772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353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0.5–0.2m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325880"/>
            <a:ext cx="1463040" cy="777240"/>
          </a:xfrm>
          <a:prstGeom prst="rect">
            <a:avLst/>
          </a:prstGeom>
          <a:solidFill>
            <a:srgbClr val="E12D3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353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&lt;0.2m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68880"/>
            <a:ext cx="54864" cy="59436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L1: Single Obstacle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743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foam block, open path. Learn to read the proximity ramp.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00400"/>
            <a:ext cx="54864" cy="59436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L2: Corridor Run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474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channel, 3 staggered obstacles, 45s timer. Filter wall from obstacle readings.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31920"/>
            <a:ext cx="54864" cy="59436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L3: Dense Grid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206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obstacles, no predefined path. Read subtle intensity gradients to find gaps.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3 — Memory Run  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showpiece — the cognitive challenge that impresses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22860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LEARN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walks player through the route with full audio narration. Each checkpoint has a unique sound signature. Haptic pulses mark arrivals. Player builds spatial and body memory of the path.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22860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RECALL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checkpoints hidden. Player retraces route from memory alone. Camera tracks recalled path vs taught path. TV shows both overlaid in real time. On L3: ALL feedback disabled — complete silence.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</a:t>
            </a:r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checkpoints, audio cues during recall     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</a:t>
            </a:r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checkpoints, walk forward then REVERSE     </a:t>
            </a:r>
            <a:pPr indent="0" marL="0">
              <a:buNone/>
            </a:pPr>
            <a:r>
              <a:rPr lang="en-US" sz="12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</a:t>
            </a:r>
            <a:pPr indent="0" marL="0">
              <a:buNone/>
            </a:pPr>
            <a:r>
              <a:rPr lang="en-US" sz="11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checkpoints, ALL feedback disabled. Pure memory.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4 — Cartographer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mental map, then prove you remember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182880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EXPLORE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movement, no set path. Objects announce themselves via audio when cane gets close. Player discovers and mentally catalogs each location. Timer counts down.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1828800"/>
          </a:xfrm>
          <a:prstGeom prst="rect">
            <a:avLst/>
          </a:prstGeom>
          <a:solidFill>
            <a:srgbClr val="334E6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QUIZ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"Navigate to Object Alpha." Player walks to named objects from memory. Scored on arrival accuracy. Must navigate object-to-object using relative spatial reasoning.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7472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TV: Fog of War — audience sees a dark map that reveals as the player explores. During quiz, objects vanish. Random layouts = infinite replayability.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&amp; Progression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maps to a real skill — no filler XP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avoidance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Near-miss (&lt;20cm)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in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sweep 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Flawless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&lt;C for 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3017520" cy="128016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Combo Multipliers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clean passes in a row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technique + zero collisions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69748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697480"/>
            <a:ext cx="54864" cy="13716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 System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Always available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Complete L1 in same pillar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Complete L2 with B+ avg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unlock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Prototypes &amp; Testing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777240"/>
          </a:xfrm>
          <a:prstGeom prst="rect">
            <a:avLst/>
          </a:prstGeom>
          <a:solidFill>
            <a:srgbClr val="6E52C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Tracker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HSV calibration + real-time marker tracking. Click-to-sample workflow with adjustable tolerance.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 Sweep Trainer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677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Pillar 1 prototype. Skin-color detection tracks fingertip. Grades arc + tempo against metronome.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54864" cy="777240"/>
          </a:xfrm>
          <a:prstGeom prst="rect">
            <a:avLst/>
          </a:prstGeom>
          <a:solidFill>
            <a:srgbClr val="27AB8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Run + Cartographer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1821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&amp; 4 prototype using color tracker. Learn/recall phases, fog of war, checkpoint scoring, random layouts.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49040"/>
            <a:ext cx="54864" cy="7772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Pathfinder Firmware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0965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Teammate’s P1 cane firmware: 4 modes (sweep, touch, shoreline, ground). IMU + 3 ultrasonics + 3 haptic motors.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Preview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you’re about to see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 Line Drill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L1 — sweep technique grading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Obstacle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221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L1 — ultrasonic + haptic ramp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24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Corridor Run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8620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L2 — timed, 3 obstacles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64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Three-Point Route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502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L1 — learn then recall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04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Run  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4142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L3 — ALL feedback off. Pure memory.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demo time: 15–20 minutes  |  Questions welcome before and after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 Cane Training System</dc:title>
  <dc:subject>PptxGenJS Presentation</dc:subject>
  <dc:creator>PptxGenJS</dc:creator>
  <cp:lastModifiedBy>PptxGenJS</cp:lastModifiedBy>
  <cp:revision>1</cp:revision>
  <dcterms:created xsi:type="dcterms:W3CDTF">2026-03-31T04:14:50Z</dcterms:created>
  <dcterms:modified xsi:type="dcterms:W3CDTF">2026-03-31T04:14:50Z</dcterms:modified>
</cp:coreProperties>
</file>